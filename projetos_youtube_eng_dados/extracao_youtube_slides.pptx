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Hoje vou mostrar como extraímos dados do YouTube de forma técnica e resiliente — não os vídeos em si, mas as transcrições (legendas), que são uma fonte riquíssima de texto para análise.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sacada é que a legenda já vem com marcação de tempo. Isso nos deixa fazer análise temporal sem nenhum processamento de áudio.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extração é a camada Bronze. Tudo que vem depois depende de ela ser robusta. Se a Bronze falha, o pipeline inteiro para.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é um erro clássico que trava muita gente: tutoriais antigos usam o método estático que não existe mais. A versão atual instancia a classe e chama .fetch().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usuário cola só o ID. Se a lista ficar vazia, vamos ver que o pipeline ainda assim roda — graças ao fallback.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Repare no try/except. Vídeo sem legenda, legenda desativada, problema de rede — tudo cai no except e vira None, sinalizando para o pipeline buscar uma alternativa.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 é o diferencial de engenharia: o pipeline nunca para. Sem legenda disponível, ele produz dados realistas e deterministas. É a diferença entre um script de tutorial e um pipeline de produção.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Aqui está a lógica de decisão. Note a coluna ordem: ela é a chave que mantém a sequência temporal da transcrição, junto com o start.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Bronze entrega dado bruto mas estruturado. Não limpamos nada ainda — princípio do Medallion: a Bronze preserva o dado como veio, para ser auditável.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Esses cinco princípios são o que separa extrair dados 'no improviso' de construir um pipeline confiável.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Vou rodar com a lista vazia primeiro para mostrar o fallback, e depois com um ID real para mostrar a extração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Recapitulando: extração sem chave de API, camada Bronze resiliente e rastreável, pronta para alimentar Silver e Gold.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Frase de efeito para fechar: bons dados não começam na análise — começam numa extração que nunca te deixa na mão.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57200"/>
            <a:ext cx="2157984" cy="914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0" y="777240"/>
            <a:ext cx="80768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400">
                <a:solidFill>
                  <a:srgbClr val="D9E2F0"/>
                </a:solidFill>
                <a:latin typeface="Calibri"/>
              </a:rPr>
              <a:t>Pós-Graduação — Especialização em Engenharia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02855"/>
                </a:solidFill>
                <a:latin typeface="Calibri"/>
              </a:rPr>
              <a:t>Extração de Dados do YouTube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1188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E5DAA"/>
                </a:solidFill>
                <a:latin typeface="Calibri"/>
              </a:rPr>
              <a:t>Transformando legendas de vídeos em dados analíticos confiáveis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4348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55555"/>
                </a:solidFill>
                <a:latin typeface="Calibri"/>
              </a:rPr>
              <a:t>Professor: Cassio Pinheiro  •  https://www.linkedin.com/in/cassio-pinheiro-9baa7939/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555555"/>
                </a:solidFill>
                <a:latin typeface="Calibri"/>
              </a:rPr>
              <a:t>Carga horária: Camada Bronze  |  Datas: 10 pipelines reais com youtube-transcript-api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Por que extrair a transcrição, e não o vídeo?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vídeo é pesado, opaco e caro de processar.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transcrição é texto estruturado e leve.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Cada trecho de legenda traz 3 campos-chave: text, start (segundo de início) e duration.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start é ouro: permite analisar QUANDO algo é dito, não só O QUÊ.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Densidade por minuto, janelas de retenção, evolução temporal — sem processar áudio.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Arquitetura: onde a extração se encaixa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Lakehouse local em 3 camadas (Medallion)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Bronze — extração bruta das transcrições  ⭐ FOCO DE HOJE.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Silver — limpeza + contrato de dados (Pandera).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Gold — análise por domínio (DuckDB / Polars).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Bronze é a fundação: se ela falha, o pipeline inteiro para.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Tudo que vem depois depende de a extração ser robusta.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A ferramenta: youtube-transcript-api v1.x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Acessa legendas públicas sem chave de API do Google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Biblioteca Python que lê as legendas públicas de um vídeo.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Atenção: a v1.x mudou a API — erro clássico que trava muita gente.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❌ Antigo (estático): YouTubeTranscriptApi.get_transcript(id)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✅ Atual (instância): YouTubeTranscriptApi().fetch(id, languages=...)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Tutoriais antigos usam o método estático que não existe mais.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que é o ID do vídeo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 extração é por ID, não pela URL inteira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youtube.com/watch?v=dQw4w9WgXcQ → o ID é o trecho após v=.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No código, a lista VIDEO_IDS = [...] é o ponto de entrada do pipeline.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usuário cola apenas o ID.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 a lista ficar vazia, o pipeline ainda roda — graças ao fallback.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Núcleo da extração: extrair_transcricao()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api = YouTubeTranscriptApi(); api.fetch(video_id, languages=IDIOMAS)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Multilíngue: IDIOMAS = ["pt", "pt-BR", "en"] — tenta na ordem, pega a 1ª disponível.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Normalização: objeto da API → lista de dicionários simples (text / start / duration).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Resiliência: qualquer falha cai no except e retorna None — não quebra o programa.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Vídeo sem legenda, legenda desativada, falha de rede: tudo vira None.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 None sinaliza ao pipeline para buscar uma alternativa.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 segredo da robustez: fallback sintético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gerar_sintetico(video_id) — o pipeline nunca para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Sem ID válido OU sem legenda disponível → o código gera dados sintéticos.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Determinístico: seed=42 + hash do ID → mesma entrada gera sempre a mesma saída.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aula roda igual em qualquer máquina, com ou sem internet.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Mantém a mesma estrutura (text / start / duration): as camadas seguintes não percebem diferença.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É a diferença entre um script de tutorial e um pipeline de produção.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Orquestração: ingerir()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Decide real vs. sintético, por vídeo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Para cada vídeo: tenta extrair; se vier None, aciona o fallback automático.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Adiciona a coluna ordem (sequência do trecho) → preserva a ordem da fala.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Consolida tudo num DataFrame pandas — a saída da Bronze.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A flag origem_sintetica avisa a procedência dos dados (rastreabilidade).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ordem + start são as chaves que mantêm a sequência temporal da transcrição.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Saída da Bronze: o contrato bruto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Cada linha = um trecho de fala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Colunas: video_id | ordem | texto | start | duration.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Ex.: abc123 | 0 | "o ponto principal aqui" | 0.0 | 3.2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Salvo em Parquet em ./datalake/bronze/ (formato colunar, eficiente).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É a matéria-prima que a Silver vai limpar e validar.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Princípio Medallion: a Bronze preserva o dado como veio, para ser auditável.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Decisões de engenharia que importam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O que torna esta extração "de produção"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Idempotência / determinismo — seed=42, roda igual sempre.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Tolerância a falhas — try/except por vídeo, nunca derruba o lote.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Degradação graciosa — fallback sintético em vez de erro fatal.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Normalização na entrada — estrutura única independente da origem.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Rastreabilidade — flag de origem + camada Bronze imutável.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0" cy="6858000"/>
          </a:xfrm>
          <a:prstGeom prst="rect">
            <a:avLst/>
          </a:prstGeom>
          <a:solidFill>
            <a:srgbClr val="1E5D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280160"/>
            <a:ext cx="999713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Como rodar (demo)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2560320"/>
            <a:ext cx="999713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Copiar 2–3 IDs de vídeos reais do domínio e colar em VIDEO_IDS.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Executar a célula Bronze → ver as transcrições extraídas.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(Opcional) Deixar a lista vazia → ver o fallback sintético entrar em ação.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Demo: rodar primeiro com a lista vazia (fallback), depois com um ID real.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03B7A"/>
                </a:solidFill>
                <a:latin typeface="Calibri"/>
              </a:rPr>
              <a:t>Fechamento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325880"/>
            <a:ext cx="1072865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i="1">
                <a:solidFill>
                  <a:srgbClr val="555555"/>
                </a:solidFill>
                <a:latin typeface="Calibri"/>
              </a:rPr>
              <a:t>Uma camada Bronze resiliente, determinista e rastreável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10545775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Extraímos texto temporalizado do YouTube sem chave de API.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Construímos uma Bronze resiliente, determinista e rastreável.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Essa base alimenta análises Gold por domínio: densidade de termos, sentimento, retenção.</a:t>
            </a:r>
          </a:p>
          <a:p>
            <a:pPr algn="l">
              <a:spcAft>
                <a:spcPts val="800"/>
              </a:spcAft>
            </a:pPr>
            <a:r>
              <a:rPr sz="1800">
                <a:solidFill>
                  <a:srgbClr val="1A1A1A"/>
                </a:solidFill>
                <a:latin typeface="Calibri"/>
              </a:rPr>
              <a:t>•  Próxima camada: Silver (limpeza + contrato Pandera) → Gold (análise).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492240"/>
            <a:ext cx="11277295" cy="18288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555555"/>
                </a:solidFill>
                <a:latin typeface="Calibri"/>
              </a:rPr>
              <a:t>Extração de Dados do YouTube · Camada Bronze · Prof. Cassio Pinheiro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06039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FFFFFF"/>
                </a:solidFill>
                <a:latin typeface="Calibri"/>
              </a:rPr>
              <a:t>Bons dados não começam na análise 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11879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começam numa extração que nunca te deixa na mão.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unifor_neg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258" y="731520"/>
            <a:ext cx="3021177" cy="12801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4320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  <a:latin typeface="Calibri"/>
              </a:rPr>
              <a:t>Obrigado!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02336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0EAF6"/>
                </a:solidFill>
                <a:latin typeface="Calibri"/>
              </a:rPr>
              <a:t>Cassio Pinheiro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72865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7D6EA"/>
                </a:solidFill>
                <a:latin typeface="Calibri"/>
              </a:rPr>
              <a:t>https://www.linkedin.com/in/cassio-pinheiro-9baa7939/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