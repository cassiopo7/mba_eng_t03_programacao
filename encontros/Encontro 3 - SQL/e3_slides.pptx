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157984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777240"/>
            <a:ext cx="8076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9E2F0"/>
                </a:solidFill>
                <a:latin typeface="Calibri"/>
              </a:rPr>
              <a:t>Pós-Graduação — Especialização em Engenharia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2855"/>
                </a:solidFill>
                <a:latin typeface="Calibri"/>
              </a:rPr>
              <a:t>Linguagens de Programação para Engenharia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5DAA"/>
                </a:solidFill>
                <a:latin typeface="Calibri"/>
              </a:rPr>
              <a:t>Encontro 3 · 27/06/2026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Professor: Cassio Pinheiro  •  https://www.linkedin.com/in/cassio-pinheiro-9baa7939/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Carga horária: 24h  |  Datas: 27/06/2026 · 19:00 às 22:30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5DAA"/>
                </a:solidFill>
                <a:latin typeface="Calibri"/>
              </a:rPr>
              <a:t>Módulo 3 — SQL para Engenharia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3B7A"/>
                </a:solidFill>
                <a:latin typeface="Calibri"/>
              </a:rPr>
              <a:t>SQL: pensar em conjuntos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27/06/2026 · 19:00 às 22:30 · Carga 24h</a:t>
            </a:r>
          </a:p>
        </p:txBody>
      </p:sp>
      <p:pic>
        <p:nvPicPr>
          <p:cNvPr id="6" name="Picture 5" descr="unifor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402" y="5897880"/>
            <a:ext cx="971092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Agenda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Seis blocos, do declarativo ao SQL +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1. Pensar em conjuntos — SQL declarativo vs. código procedural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2. SELECT essencial — WHERE, ORDER BY, LIMIT, CAST, DISTINCT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3. Agregação — GROUP BY, HAVING, SUM/AVG/COUNT, CASE WHEN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4. JOINs — inner, left, right, full sobre fato + dimensões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5. Window functions e CTEs — ranking de clientes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6. SQL + Python — DuckDB sobre DataFrames e Parquet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O fio condutor: um modelo estrela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vendas.csv vira fato + dimensões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Fato vendas: o que aconteceu — id, cliente_id, categoria_id, valor, data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Dimensão clientes: nome, cidade, segmento (detalhe descritivo)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Dimensão categorias: nome, departamento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fato guarda referências numéricas; as dimensões guardam os atributos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Evita repetir o nome do cliente em cada venda — base da modelagem dimensional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Tudo no DuckDB, in-process, partindo do CSV sujo do E1 limpo com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1. Pensar em conjuntos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SQL é declarativo: você diz O QUE, não o PASSO A PASSO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Procedural (Python): for, acumulador, trate o vazio — você descreve o caminho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Declarativo (SQL): SELECT categoria, SUM(valor) ... GROUP BY categoria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otimizador de consultas escolhe o COMO: índices, ordem de leitura, paralelismo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virada mental: pensar em conjuntos (set-based), não linha a linha (row-by-row)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Callback ao E1/E2: o for que somava por categoria vira um GROUP BY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Mesmo SQL roda em DuckDB, PostgreSQL, BigQuery, Snowflake — é portável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2. SELECT essencial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A espinha dorsal: SELECT / WHERE / ORDER BY /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SELECT colunas FROM tabela WHERE filtro ORDER BY col LIMIT 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Ordem lógica ≠ ordem escrita: FROM → WHERE → SELECT → ORDER BY → LIMIT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CAST(valor AS DOUBLE): dado bruto chega como texto, análise exige tipo certo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DISTINCT resolve em uma palavra o que um set fazia no Encontro 1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Evite SELECT * em pipeline: quebra contratos e desperdiça I/O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NULL exige IS NULL / IS NOT NULL — '= NULL' nunca é verdadeiro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3. Agregação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Colapsar muitas linhas em poucas respostas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GROUP BY + SUM / AVG / COUNT / MIN / MAX: faturamento, ticket médio, contagem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Regra de ouro: toda coluna fora de agregação precisa estar no GROUP BY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HAVING filtra GRUPOS depois do GROUP BY; WHERE filtra LINHAS antes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CASE WHEN é o if/elif/else do SQL: cria faixas e rótulos na consulta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Soma condicional: SUM(CASE WHEN ... THEN valor ELSE 0 END) pivota em uma passada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COUNT(*) conta linhas; COUNT(coluna) ignora NULL — a diferença muda o número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4.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Costurar a fato vendas às dimensões clientes e categorias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Modelo estrela: fato (o que aconteceu) + dimensões (detalhes descritivos)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INNER JOIN: só as linhas que casam nos dois lados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LEFT JOIN: todas da esquerda; NULL quando não há par à direita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RIGHT JOIN: espelho do LEFT; FULL OUTER: preserva os dois lados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Escolher o tipo é decisão de engenharia: o que preservar sem par?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Cuidado: JOIN sem condição = produto cartesiano (explode a consulta)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5. Window functions e CTEs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Resumo SEM perder o detalhe + consultas legíveis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Agregação colapsa linhas; window function mantém a linha e adiciona o resumo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funcao() OVER (PARTITION BY ... ORDER BY ...): a janela de cálculo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ROW_NUMBER (posição única), RANK (empata e pula), DENSE_RANK (empata sem pular)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SUM(valor) OVER (PARTITION BY categoria): total da categoria em cada linha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CTE com WITH: nomeia cada etapa, mata a subconsulta-monstro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Caso canônico: ranking de clientes por faturamento (WITH + RANK)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6. SQL + Python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DuckDB consulta DataFrames e Parquet diretamente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duckdb.sql('... FROM df ...').df(): consulta um DataFrame pela variável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con.register('vendas', df): registra explicitamente para nomear a tabela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read_parquet('arquivo.parquet'): lê do disco sem ETL prévio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Parquet: formato colunar padrão do mundo analítico (comprime, guarda tipos)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Empurre para o banco: filtros, agregações, JOINs sobre volume grande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Mantenha em Python: orquestração, lógica complexa, APIs, integração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A regra que resume 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Onde fazer cada coisa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Filtre e agregue o mais cedo e o mais perto da fonte possível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Trazer 1 milhão de linhas para a memória só para somar é desperdício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Peça a soma ao banco e traga uma linha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SQL para o trabalho pesado de conjuntos; Python para o encanamento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DuckDB torna a combinação trivial: in-process, sem servidor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SQL descreve o QUE você quer,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não o COMO obtê-lo.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Pensar em conjuntos é a virada do encontro.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Tendência de mercado: DuckDB e dbt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Analytics in-process e transformação como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DuckDB: o 'SQLite do OLAP' — banco analítico in-process, sem servidor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Consulta Parquet/CSV/DataFrames direto; análise de cluster cabe num notebook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dbt (data build tool): cada transformação vira um model .sql versionado no Git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Modular, testável e documentado — com grafo de dependências automático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{{ ref('stg_vendas') }} referencia outro model e monta a ordem de execução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Tendência: transformação é SQL versionado e testado, não script avulso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Prática — e3_pratica.ipynb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603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Monta o modelo estrela (fato vendas + dims clientes e categorias) em DuckDB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Limpa o vendas.csv sujo do E1 com pandas e carrega no banco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SELECT/WHERE, GROUP BY/HAVING/CASE WHEN, os 4 JOINs em ação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Window function + CTE: ranking de clientes por faturamento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DuckDB lendo um DataFrame e um arquivo Parquet diretamente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Fecha com 4 exercícios de SQL para resolver no próprio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Síntese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Do passo a passo procedural ao 'o que eu quero' declarativo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Pensar em conjuntos: você descreve o resultado, o otimizador escolhe o caminho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SELECT essencial: WHERE, ORDER BY, LIMIT, CAST, DISTINCT — e cuidado com NULL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Agregação: GROUP BY/HAVING/CASE WHEN colapsam linhas em respostas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JOINs costuram fato e dimensões; o tipo decide o que preservar sem par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Window + CTE: resumo sem perder detalhe, consultas legíveis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DuckDB + Python: SQL para o pesado, Python para o encanamento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Para o próximo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Encontro 4 — Processamento em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Rode o notebook inteiro; reescreva uma consulta procedural do E1 como SQL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Identifique JOINs e agregações escondidos num relatório do seu trabalho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E4: saímos da 'máquina só' e entramos em processamento em escala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que muda quando o dado não cabe na memória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Como motores distribuídos respondem a isso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Mapa: pandas hoje, SQL no 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que você aprendeu já tem par exato no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Filtrar com máscara booleana  ↔  WHERE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groupby().agg()  ↔  GROUP BY ... SUM()/AVG()/COUNT()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merge(on=, how=)  ↔  JOIN ... ON (left/inner/outer)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assign(nova = ...)  ↔  SELECT expr AS nova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pivot_table  ↔  agregação + PIVOT/CASE; sort_values  ↔  ORDER BY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Bibliografia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McKINNEY, Wes. Python para Análise de Dados. 3ª ed. O'Reilly, 2022.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REIS, Joe; HOUSLEY, Matt. Fundamentos de Engenharia de Dados. O'Reilly / Alta Books, 2023.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KLEPPMANN, Martin. Designing Data-Intensive Applications. O'Reilly, 2017.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3 · 27/06/2026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258" y="731520"/>
            <a:ext cx="3021177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EAF6"/>
                </a:solidFill>
                <a:latin typeface="Calibri"/>
              </a:rPr>
              <a:t>Cassio Pinheiro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7D6EA"/>
                </a:solidFill>
                <a:latin typeface="Calibri"/>
              </a:rPr>
              <a:t>https://www.linkedin.com/in/cassio-pinheiro-9baa7939/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