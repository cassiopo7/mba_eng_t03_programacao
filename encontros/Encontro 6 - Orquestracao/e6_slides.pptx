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Linguagens de Programação para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Encontro 6 · 11/07/2026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24h  |  Datas: 11/07/2026 · 19:00–22:30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5DAA"/>
                </a:solidFill>
                <a:latin typeface="Calibri"/>
              </a:rPr>
              <a:t>Módulo 6 — Orquestração e o pipeline em 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3B7A"/>
                </a:solidFill>
                <a:latin typeface="Calibri"/>
              </a:rPr>
              <a:t>Orquestração e o pipeline em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11/07/2026 · 19:00 às 22:30 · (encontro final)</a:t>
            </a:r>
          </a:p>
        </p:txBody>
      </p:sp>
      <p:pic>
        <p:nvPicPr>
          <p:cNvPr id="6" name="Picture 5" descr="unifor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402" y="5897880"/>
            <a:ext cx="971092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Agenda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Seis paradas até o pipeline autônomo — e o fechamento do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 script a pipeline orquestrado — o que falta para 'rodar sozinho'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DAGs — tarefas, dependências, ordem topológica, cron, retries, backfill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Apache Airflow — o padrão de mercado: pipelines como código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Orquestração moderna asset-based — Dagster e Prefect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Produção — logging, alerting, SLAs, monitoramento e CI/CD para dados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Fechamento: o pipeline E1→E6 como um sistema único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1. De script a pipeline orquestrado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Tirar o humano da cadeira expõe o que faltava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Script roda uma vez; pipeline roda sempre, de forma confiável (lição do E1)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Dependências: transformar só depois de extrair; carregar só depois de validar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Agendamento: disparar todo dia na hora certa, sem ninguém clicar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Falhas: retry para o transitório, alerta para o persistente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Reprocessamento: backfill seguro exige idempotência — plantada no E1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DAG — a estrutura de um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Directed Acyclic Graph: grafo dirigido acíclico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Tarefas (nós) ligadas por dependências (arestas), com direção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Acíclico: nenhuma tarefa depende de si mesma — senão o pipeline trava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Ordem topológica: toda tarefa depois de todas as suas dependências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Pipeline do curso: extrair → transformar → validar → carregar → sumarizar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DAGs ramificam: tarefas independentes podem rodar em paralelo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2. DAG — agendar, repetir, reprocessar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As propriedades que o grafo habilita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Agendamento via cron: '0 6 * * *' = todo dia às 6h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Scheduler acorda, vê o que está na hora e dispara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Retries: nº de tentativas e intervalo por tarefa (idealmente com backoff)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Backfill: reprocessar um intervalo de datas no passado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No notebook implementamos a ordem topológica do zero, em Python puro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3. Apache Airflow — o padrão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Pipelines como código Python ('pipelines as code')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 é um objeto Python: agrupa tarefas e define schedule + start_date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Operators são os tijolos: PythonOperator, BashOperator, conectores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Scheduler lê os DAGs e despacha tarefas para os workers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Sensors esperam por uma condição ('chegou o arquivo?') antes de seguir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'extrair &gt;&gt; transformar &gt;&gt; validar &gt;&gt; carregar' declara as arestas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3. Airflow — forças e a lacuna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Maduro e onipresente, porém centrado em tarefas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Força: ecossistema gigante, comunidade enorme, UI de monitoramento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É o padrão seguro para times grandes e jobs heterogêneos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Lacuna histórica: sabe que a TAREFA rodou, não o DADO produzido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'catchup=False' evita executar todas as datas perdidas de uma vez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Essa lacuna é o que os orquestradores modernos atacam (asset-based)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Orquestração moderna asset-based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eixo muda: da tarefa para o dado produzido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Pergunta-chave deixa de ser 'o job terminou?' e vira 'o dado está fresco e correto?'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Dagster: você declara os ASSETS (a tabela, o Parquet, o sumário)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dependência é o argumento da função; o DAG e a linhagem são derivados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Prefect: tasks/flows chamados como funções; dependência nasce do uso do dado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Diferencial do Prefect: dinamismo — grafo construído em tempo de execução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4. Qual orquestrador escolher?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Decisão de modelo mental, não de moda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Airflow: time já domina; jobs heterogêneos; problema orientado a tarefas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Dagster: foco em produzir e versionar ATIVOS de dados, com linhagem e testes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Prefect: fluxos dinâmicos e adoção suave a partir de Python existente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Os três fazem DAG, retries, logging e agendamento — muda o eixo conceitual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Migrar é caro: priorize a aderência ao modelo mental do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Produção — observabilidade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separa 'rodou' de 'confiável ao longo do tempo'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Logging: início, fim, status e contagens por tarefa (rastreabilidade do E1)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Alerting: avise sobre o que exige ação humana; silencie o ruído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Retries com backoff: absorvem o transitório, isolam o persistente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SLAs: 'pronto até 7h' — atraso é uma forma de falha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Monitoramento: taxa de sucesso, duração, tarefas que mais falham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5. CI/CD para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Se o pipeline é código, ele merece o rigor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Versionar o DAG no Git: cada mudança é commit, PR e histórico reversível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Testar transformação (a limpeza cumpre o que promete?)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Testar validação (a quarentena pega o refugo certo? — herança do E5)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Checar que o DAG importa sem erro e não tem ciclos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Promover por ambientes: staging com dado de teste, depois produção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19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Um agendador diz QUANDO.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3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Um orquestrador diz o quê, em que ordem,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e o que fazer quando falha.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Um script roda uma vez; um pipeline roda sempre, sozinho e confiável.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Tendência: orquestração declarativa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Asset-based + 'data orchestration as code' + observabilidade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Declarativo: você descreve o ESTADO desejado dos dados, não os passos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Dagster deduz o grafo, a linhagem e quando rematerializar cada ativo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'Data orchestration as code': o pipeline versionado e testável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Convergência: 'a tarefa rodou?' e 'o dado está fresco?' viram a mesma pergunta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futuro é menos 'agendar jobs', mais 'garantir os dados certos na hora certa'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 disciplina em um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Os seis encontros sempre foram um só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E1 Fundamentos: 1º ETL em Python puro; idempotência e rastreabilidade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E2 pandas: laços manuais viraram operações de tabela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E3 Transformação e SQL: pensar em conjuntos; mesma pergunta, duas formas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E4 Escala: quebrar a premissa 'cabe na memória'; Parquet e particionamento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E5 Qualidade: validação, contratos e quarentena — o refugo não polui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E6 Orquestração: o conjunto vira um DAG autônomo, com retry, log e alerta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Prática — o pipeline do curso, orquestrado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Mini-orquestrador de DAG em Python puro: ordem topológica + retries + logging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Tarefas com dependências declaradas num dicionário (a nossa 'DEPS')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Pipeline E1→E6: extrair → transformar → validar/quarentena → Parquet → sumarizar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Simulação: 'carregar' falha 2x e recupera na 3ª — sem derrubar o pipeline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mesmo DAG ilustrado em Airflow, Prefect e Dagster (só código, sem instalar)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Síntese do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você leva — e para onde ir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Você sai sabendo: Python, pandas, SQL, escala, qualidade e orquestração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Mentalidade: dado como produto; pipeline como sistema confiável e rastreável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Próximos passos: aprofundar SQL/modelagem; subir à nuvem; estudar Kleppmann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Portfólio: monte o pipeline E1→E6 completo, versionado e agendado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Disciplina de produção (testes, CI/CD, observabilidade) é o que faz a diferença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REIS, Joe; HOUSLEY, Matt. Fundamentos de Engenharia de Dados. O'Reilly / Alta Books, 2023.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MCKINNEY, Wes. Python para Análise de Dados. 3ª ed. O'Reilly, 2022.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KLEPPMANN, Martin. Designing Data-Intensive Applications. O'Reilly, 2017.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Linguagens de Programação para Engenharia de Dados · Encontro 6 · 11/07/2026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 — e bons pipelines!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