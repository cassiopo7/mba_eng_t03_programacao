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for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157984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777240"/>
            <a:ext cx="8076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9E2F0"/>
                </a:solidFill>
                <a:latin typeface="Calibri"/>
              </a:rPr>
              <a:t>Pós-Graduação — Especialização em Engenharia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2855"/>
                </a:solidFill>
                <a:latin typeface="Calibri"/>
              </a:rPr>
              <a:t>Linguagens de Programação para Engenharia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5DAA"/>
                </a:solidFill>
                <a:latin typeface="Calibri"/>
              </a:rPr>
              <a:t>Encontro 5 ·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Calibri"/>
              </a:rPr>
              <a:t>Professor: Cassio Pinheiro  •  https://www.linkedin.com/in/cassio-pinheiro-9baa7939/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Carga horária: 24h  |  Datas: 10/07/2026 · 19:00–22:30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5 · 10/07/2026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5DAA"/>
                </a:solidFill>
                <a:latin typeface="Calibri"/>
              </a:rPr>
              <a:t>Módulo 5 — Qualidade e confiabilidade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3B7A"/>
                </a:solidFill>
                <a:latin typeface="Calibri"/>
              </a:rPr>
              <a:t>Validação, contratos e observabilidade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10/07/2026 · 19:00 às 22:30</a:t>
            </a:r>
          </a:p>
        </p:txBody>
      </p:sp>
      <p:pic>
        <p:nvPicPr>
          <p:cNvPr id="6" name="Picture 5" descr="unifor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402" y="5897880"/>
            <a:ext cx="971092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5 · 10/07/2026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O pipeline de vendas ganha uma camada de validação e quarentena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Dimensões de qualidade — do conceito à medição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Validação programática com Pandera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Great Expectations — suites, checkpoints, Data Docs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Data contracts — o contrato como código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Estratégias de tratamento — fail-fast, tolerância, quarentena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Observabilidade e lineage — saber que quebrou antes do consumidor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5 · 10/07/2026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1 · Dimensões de 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Transformar 'dado bom' de intuição em número mensurável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Completude: % de células não-nulas — meça por COLUNA, não só por tabela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Validade: % de linhas que passam num check (regex, range, domínio)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Consistência: mesmo conceito, mesmo formato (data sempre AAAA-MM-DD)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Unicidade: duplicatas na chave primária; Pontualidade: lag vs. SLA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Acurácia: a mais difícil — exige fonte de verdade externa (golden source)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Callback E1: se o dado é produto, estas dimensões são sua ficha de especificação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5 · 10/07/2026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2 · Validação com Pandera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Do if solto ao schema declarativo, executável e versionado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DataFrameSchema = dicionário de Column, cada uma com tipo + lista de Check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Checks prontos: greater_than_or_equal_to, isin, str_matches, in_range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Checks customizados: qualquer função booleana (ex.: 'sem venda futura')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schema.validate(df) devolve o df; levanta SchemaError se inválido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lazy=True coleta TODAS as falhas em SchemaErrors.failure_cases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Import 0.20+: import pandera.pandas as pa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5 · 10/07/2026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3 · Great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Validação como suíte versionada e documentação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Expectation Suite: coleção declarativa (expect_column_values_to_be_between...)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Checkpoint: executa a suíte contra um lote, na hora certa (via orquestrador)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Data Docs: páginas HTML que nascem da validação — 'documentação que não mente'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Pandera no runtime (leve) + GE na governança (catálogo, auditoria)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Pesado e instável entre versões: no notebook vai em try/except com fallback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Pipeline nunca deve DEPENDER de biblioteca instável para rodar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5 · 10/07/2026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4 · Data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O contrato de saída do E1 virado código entre produtor e consumidor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Schema: colunas, tipos, nulabilidade, chave, domínios (o que o Pandera já expressa)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SLAs: frequência, completude mínima, pontualidade, versionamento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Semântica: o significado de cada campo — a parte mais esquecida e que mais causa incidentes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Inverte a lógica: a mudança que viola o acordo FALHA na origem, no CI do produtor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Contrato sem enforcement é só documentação — e documentação apodrece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Tendência forte: interface de primeira classe entre times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5 · 10/07/2026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5 · Estratégias de tratamento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O que fazer com o dado ruim define a 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Fail-fast: aborta tudo ao 1º erro — seguro, mas 1 linha podre derruba 1 milhão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Tolerante: deixa passar/conserta em silêncio — propaga sujeira, perde rastro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Quarentena (a via do meio): separa válidas de inválidas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Válidas seguem ao consumidor; inválidas isoladas + MOTIVO do erro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Reprocessamento: quarentena é sala de espera, não lixo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Todo descarte deve ser contado e justificado (eco do E1)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5 · 10/07/2026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5 · Quarentena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Quatro passos a partir de failure_cases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1. Validar com lazy=True para coletar todas as falhas de uma vez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2. Particionar: índices em failure_cases = inválidos; complemento = válidos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3. Enriquecer: anexar coluna/check/valor que falhou como 'motivo_erro'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4. Persistir os dois fluxos e CONTAR ambos (vendas_validas / vendas_quarentena)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Taxa de quarentena é, ela própria, uma métrica de qualidade a vigiar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5 · 10/07/2026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6 · Observabilidade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Validar é um instante; observar é ao longo do tempo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Quatro pilares: Volume/freshness, Distribuição, Schema, Lineage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Grave as métricas de cada execução numa SÉRIE TEMPORAL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Anomalia = desvio do padrão da própria série, não limiar fixo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Coluna 'valor' cuja média triplica é sinal — mesmo com cada linha 'válida'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 sistema alerta o ENGENHEIRO, não o consumidor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Cuidado com alert fatigue: alerta demais é tão ruim quanto alerta de menos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5 · 10/07/2026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6 · Lineage e metadados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O 'de onde veio este número?' do E1, agora como mapa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Lineage = mapa de dependências: fonte → transformação → tabela → dashboard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Diagnóstico: tabela quebrou? o lineage mostra o que será afetado rio abaixo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Impacto de mudança: antes de alterar a fonte, veja quem depende dela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Metadados (donos, descrições, schemas, métricas) = espinha dorsal da governança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Prefira lineage derivado do código — lineage manual envelhece e mente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5 · 10/07/2026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Calibri"/>
              </a:rPr>
              <a:t>Validar é metade do trabalho.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Calibri"/>
              </a:rPr>
              <a:t>A outra metade é decidir o que fazer com o que falhou.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Validar cedo é barato; descobrir tarde custa credibilidade.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Tendência: para onde a qualidade 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Shift-left, contratos e observabilidade como padrão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Shift-left data quality: pegar o erro o mais cedo possível — idealmente no CI do produtor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Quanto mais à esquerda, mais barato o erro (eco do E1: validar é mais barato cedo)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Data contracts: combinados informais → interface executável entre times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Soda: checks declarativos em YAML, open source e leve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Great Expectations: suites + Data Docs; Monte Carlo: observabilidade gerenciada + ML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Monitorar o dado virou tão padrão quanto monitorar o servidor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5 · 10/07/2026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E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28016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Prática — e5_pratica.ipynb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60320"/>
            <a:ext cx="99971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Partir do vendas tratado (determinístico) e MEDIR qualidade por coluna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Definir o DataFrameSchema Pandera e validar — caminho feliz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Forçar uma FALHA proposital, capturada com lazy=True (failure_cases)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Quarentena: separar válidas/inválidas, anexando o motivo do erro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Data contract como dicionário + cartão de saúde e série temporal de qualidade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Great Expectations em try/except com fallback — o notebook roda sem ele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5 · 10/07/2026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Síntese do encontro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O pipeline de vendas agora é produto de verdade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Dimensões de qualidade viram número mensurável e gerenciável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Pandera: validação declarativa; lazy=True para o relatório completo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Great Expectations: suites, checkpoints, Data Docs — com cautela e fallback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Data contracts: schema + SLAs + semântica, executados no pipeline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Quarentena: separar o ruim do bom com rastro, sem fail-fast cego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Observabilidade + lineage: descobrir que quebrou ANTES do consumidor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5 · 10/07/2026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Para o próximo encontro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E6 — Orquestração e automação de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Rode o notebook; force novas falhas e veja a quarentena capturando-as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Escreva 3 cláusulas de contrato para um dado seu (schema, SLA, semântica)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No E6: fazer tudo isto rodar sozinho, na hora certa, avisando quando falha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Checkpoints de validação e cartão de saúde encontram o agendador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5 · 10/07/2026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Bibliografia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McKINNEY, Wes. Python para Análise de Dados. 3ª ed. O'Reilly, 2022.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REIS, Joe; HOUSLEY, Matt. Fundamentos de Engenharia de Dados. O'Reilly / Alta Books, 2023.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KLEPPMANN, Martin. Designing Data-Intensive Applications. O'Reilly, 2017.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5 · 10/07/2026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for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258" y="731520"/>
            <a:ext cx="3021177" cy="1280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743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0EAF6"/>
                </a:solidFill>
                <a:latin typeface="Calibri"/>
              </a:rPr>
              <a:t>Cassio Pinheiro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7D6EA"/>
                </a:solidFill>
                <a:latin typeface="Calibri"/>
              </a:rPr>
              <a:t>https://www.linkedin.com/in/cassio-pinheiro-9baa7939/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