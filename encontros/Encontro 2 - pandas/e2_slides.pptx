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28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5DAA"/>
                </a:solidFill>
                <a:latin typeface="Calibri"/>
              </a:rPr>
              <a:t>Encontro 2 — Manipulação de dados com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Carga horária: 24h  |  Datas: 26/06/2026 · 19:00 às 22:30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5DAA"/>
                </a:solidFill>
                <a:latin typeface="Calibri"/>
              </a:rPr>
              <a:t>Módulo 2 — Manipulação de dados com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3B7A"/>
                </a:solidFill>
                <a:latin typeface="Calibri"/>
              </a:rPr>
              <a:t>Do Python puro ao DataFrame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26/06/2026 · 19:00 às 22:30</a:t>
            </a:r>
          </a:p>
        </p:txBody>
      </p:sp>
      <p:pic>
        <p:nvPicPr>
          <p:cNvPr id="6" name="Picture 5" descr="unifor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402" y="5897880"/>
            <a:ext cx="971092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Agenda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Refazer o pipeline do E1 — agora em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1. Por que pandas: do Python puro ao DataFrame e a vetorização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2. DataFrame e Series: leitura, dtypes, head/info/describe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3. Seleção e filtragem: loc/iloc e máscaras booleanas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4. Limpeza com pandas: isna/dropna, conversão de tipos, duplicatas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5. Transformação e agregação: assign, groupby, merge, pivot_table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6. Pipeline do E1 refeito em pandas → Parquet (+ Arrow e Polars)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1. Por que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Do laço interpretado à operação vetorizada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DataFrame: a 'lista de dicionários' do E1 em versão industrial — colunas nomeadas, tipadas, com índice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Vetorização: descreva a operação sobre a coluna inteira; o pandas executa em C, sobre arrays NumPy contíguos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Rápido não no abstrato: elimina o overhead de interpretar bytecode a cada linha e aproveita o cache da CPU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Dezenas a centenas de vezes mais rápido que o laço equivalente em milhões de linhas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Regra do curso: evite o 'for' sobre linhas — pense em colunas inteiras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2. DataFrame 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 tabela, a coluna e o ritual de chegada do 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Series = uma coluna (1D, tipada); DataFrame = conjunto de Series alinhadas pelo índice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read_csv / read_json / read_parquet: CSV é texto sem tipos; Parquet é colunar, comprimido e COM schema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dtypes importam: object (texto), int64, float64, datetime64 — determinam quais operações fazem sentido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head() — com o que estou lidando?  info() — tipos certos? onde há buracos?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describe() — detector barato de problema: min negativo, max absurdo, contagem de não-nulos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3. Seleção e filtragem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loc/iloc e o coração do pandas: máscaras booleanas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.loc[linhas, colunas] por rótulo/condição;  .iloc[...] por posição inteira (começa em 0)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df['valor'] devolve Series; df[['a','b']] devolve DataFrame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Máscara: uma comparação sobre coluna devolve uma Series de True/False — uma por linha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Combine com &amp; | ~  e SEMPRE entre parênteses (precedência) — nunca and/or/not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Substitui o 'if' dentro de 'for' do E1 por uma expressão declarativa, vetorizada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4. Limpeza com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Um verbo de tabela para cada sujeira do 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Ausentes: isna() detecta; fillna() preenche; dropna() remove — a escolha é decisão de negócio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Conversão: pd.to_numeric e pd.to_datetime com errors='coerce' → inválido vira NaN/NaT, não quebra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format='mixed' + dayfirst=True resolve as datas em 3 formatos do nosso CSV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drop_duplicates() remove a duplicata (id 5); .str.strip() tira espaços (id 2), vetorizado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Rastreabilidade do E1: após coerce, CONTE os NaN gerados — silêncio não auditado vira 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5. Transformação e agregação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Derivar, agrupar e juntar — o GROUP BY e o JOIN em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assign(): cria colunas derivadas vetorizadas (ex.: total_com_imposto = valor * 1.18)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groupby().agg(): split → apply → combine; responde 'faturamento por categoria' em uma linha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merge(on=, how=): junta com tabela de dimensão (fato × dimensão) — left/inner/outer/right como no SQL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pivot_table(): visão matricial (categoria × dia), como a tabela dinâmica do Excel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Cuidado: em merge, confira nº de linhas antes/depois — chave duplicada infla somas silenciosamente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6. Pipeline do E1 refeito em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Mesmo vendas.csv → dado confiável em poucas linhas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Encadeamento (method chaining): read_csv → assign(tipos) → drop_duplicates → dropna → query → assign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Lido como receita: ler → converter → desduplicar → remover ausências → filtrar → enriquecer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Carrega em Parquet: preserva dtypes, é comprimido e colunar — padrão de entrega em data lakes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Prova de sucesso: faturamento bate EXATAMENTE com o E1 (4 linhas confiáveis)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~50 linhas de laços e ifs do E1 viram um encadeamento declarativo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dado confiável: 4 linhas que importam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Faturamento por categoria — mesmo resultado do Encontro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8 linhas brutas → 4 confiáveis (descartados: ausente, negativo, duplicata, data vazia)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eletronicos ......... R$ 1.200,00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vestuario ........... R$ 260,00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alimentacao ......... R$ 128,40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teste do pipeline não é 'rodou sem erro' — é 'o número bate com o esperado'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199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Em pandas, não percorra linhas.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39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Descreva a operação sobre a coluna inteira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e deixe o C, por baixo, fazer o trabalho pesado.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Isto é vetorização.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Tendência de mercado: Arrow e Polars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Para onde o ecossistema de DataFrames caminha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Apache Arrow como backend do pandas 2.x: dtype_backend='pyarrow' — memória colunar, texto/nulos eficientes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Arrow acelera leitura/escrita de Parquet e a interoperabilidade (Spark, DuckDB, Polars)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Polars: DataFrame em Rust, multicore por padrão, com modo LAZY (plano de consulta otimizado)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Lazy: monta o plano, empurra filtros, descarta colunas não usadas e só então executa (.collect())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mensagem: o modelo mental de DataFrame é transferível — troca-se de ferramenta sem trauma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Prática — Notebook do Encontro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Medir o laço Python puro contra a soma vetorizada do pandas (mesmo dado, ~milhão de linhas)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Ler o vendas.csv sujo via io.StringIO; inspecionar com head/info/describe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Limpar tudo: coerce de tipos, drop_duplicates, str.strip, dropna — contando cada descarte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Agregar (groupby), juntar com dimensão (merge) e montar pivot_table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Salvar vendas_tratadas.parquet e comparar a mesma agregação em pandas vs. Polars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Síntese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Trocamos o motor sem trocar o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pandas/DataFrame: a tabela do E1 com vetorização no lugar de laços interpretados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Inspeção (head/info/describe) e dtypes corretos são o ritual de chegada do dado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Máscaras booleanas substituem o if-dentro-de-for por expressões declarativas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Limpeza e agregação viram verbos de tabela: coerce, dropna, groupby, merge, pivot_table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Pipeline do E1 refeito → Parquet → mesmo faturamento; Arrow e Polars apontam o futuro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Mapa: pandas hoje, SQL no 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que você aprendeu já tem par exato no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Filtrar com máscara booleana  ↔  WHERE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groupby().agg()  ↔  GROUP BY ... SUM()/AVG()/COUNT()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merge(on=, how=)  ↔  JOIN ... ON (left/inner/outer)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assign(nova = ...)  ↔  SELECT expr AS nova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pivot_table  ↔  agregação + CASE; sort_values  ↔  ORDER BY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Para o próximo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Encontro 3 — SQL: a língua franca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Rode o notebook inteiro; quebre uma etapa do encadeamento e veja o erro mudar de lugar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mesma pergunta de faturamento, agora deixando o BANCO fazer o trabalho pesado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ponte já está montada: groupby ↔ GROUP BY, merge ↔ JOIN, máscara ↔ WHERE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Traga uma dúvida concreta sobre algum dado tabular do seu próprio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McKINNEY, Wes. Python para Análise de Dados. 3ª ed. O'Reilly, 2022.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REIS, Joe; HOUSLEY, Matt. Fundamentos de Engenharia de Dados. O'Reilly / Alta Books, 2023.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KLEPPMANN, Martin. Designing Data-Intensive Applications. O'Reilly, 2017.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2 · 26/06/2026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73152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AF6"/>
                </a:solidFill>
                <a:latin typeface="Calibri"/>
              </a:rPr>
              <a:t>Prof. 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7D6EA"/>
                </a:solidFill>
                <a:latin typeface="Calibri"/>
              </a:rPr>
              <a:t>https://www.linkedin.com/in/cassio-pinheiro-9baa7939/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