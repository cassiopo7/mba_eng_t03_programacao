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28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5DAA"/>
                </a:solidFill>
                <a:latin typeface="Calibri"/>
              </a:rPr>
              <a:t>Encontro 4 · 09/07/2026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Carga horária: 24h  |  Datas: 09/07/2026 · 19:00–22:30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5DAA"/>
                </a:solidFill>
                <a:latin typeface="Calibri"/>
              </a:rPr>
              <a:t>Módulo 4 — Processamento de dados em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3B7A"/>
                </a:solidFill>
                <a:latin typeface="Calibri"/>
              </a:rPr>
              <a:t>Quando o dado não cabe na memória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09/07/2026 · 19:00 às 22:30</a:t>
            </a:r>
          </a:p>
        </p:txBody>
      </p:sp>
      <p:pic>
        <p:nvPicPr>
          <p:cNvPr id="6" name="Picture 5" descr="unifor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402" y="5897880"/>
            <a:ext cx="971092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Agenda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Do problema da escala à escolha da ferramenta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1. O problema da escala: memória, throughput vs. latência, vertical vs. horizontal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2. Formatos colunares: CSV vs. Parquet / Apache Arrow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3. Particionamento e processamento em lote (chunking)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4. Avaliação tardia (lazy): Polars e otimização de plano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5. Processamento distribuído: PySpark, DAG e shuffle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6. Qual ferramenta usar + Lakehouse (Delta / Iceberg)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1. O problema da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ponto de virada: o dado não cabe na 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Até aqui, tudo assumia que o arquivo cabia na memória — hoje quebramos isso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Um CSV de 1 GB pode virar 3–10 GB carregado: 'memória cheia' não é lento, é FALHA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Dataset de vendas escalado para 200 mil+ transações para SENTIR a escala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partir do limite da RAM, 'carregue tudo e processe' deixa de ser opção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1. Throughput, latência e os dois eixos de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Saiba o que você está otimizando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Latência: tempo de UMA operação (dashboards, APIs interativas)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Throughput: itens por unidade de tempo (lotes de grandes volumes)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Frequentemente competem — Kleppmann: saiba qual eixo você prioriza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Escala vertical (scale up): máquina maior, simples, com teto e custo não-linear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Escala horizontal (scale out): muitas máquinas, sem teto, mas com complexidade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2. Formatos colunares: por que Parquet vence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 mesma tabela, dois arranjos no disco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CSV guarda por LINHA; analytics toca poucas colunas de muitas linhas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Colunar guarda por COLUNA: valores do mesmo tipo, juntos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Column pushdown: lê só as colunas pedidas — ignora o resto do disco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Predicate pushdown: estatísticas por row group pulam blocos sem ler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Compressão 3–10x melhor sobre dados homogêneos (dictionary/RLE)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2. Parquet (disco) e Apache Arrow (memória)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Formato em disco vs. padrão em memória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Parquet: arquivo em disco — colunar, comprimido, com metadados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Arrow: representação colunar EM MEMÓRIA, padrão de interoperabilidade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pandas, Polars, DuckDB e Spark 'falam Arrow' — trocam dados sem serializar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Para dados reprocessados muitas vezes: grave em Parquet, não em CSV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Ganho não é só tamanho — é menos I/O e menos CPU na leitura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3. Particionamento e processamento em 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Não carregue tudo de uma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Chunking: pd.read_csv(chunksize=...) processa pedaço a pedaço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Cada chunk gera um parcial; combinamos no acumulado (soma, contagem, min, max)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Memória limitada ao chunk, não ao arquivo — 100 GB numa máquina de 8 GB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Particionar por data/categoria: consulta lê só a pasta relevante (partition pruning)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Cuidado: nem toda agregação é incremental (mediana, distintos exatos)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4. Avaliação tardia (lazy)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Deixe o motor pensar antes de executar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pandas é EAGER: executa cada passo na hora, sem ver o plano completo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Lazy registra a intenção e monta um PLANO; nada roda até o .collect()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Ao olhar o plano inteiro, o motor empurra filtros e projeções para a leitura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Resultado: o motor lê uma FRAÇÃO do dado que o eager 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4. Polars: lazy de verdade, em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scan_parquet → ... → collect()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scan_parquet registra a fonte sem ler nada (≠ read_parquet)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filter / group_by / agg constroem o plano; collect() executa o plano otimizado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Usa todos os núcleos da CPU automaticamente; opera sobre Arrow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Ordens de magnitude mais rápido que pandas em agregações de milhões de linhas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Modo streaming lida até com dados maiores que a memória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5. Processamento distribuído: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Quando uma máquina não basta (TB–PB)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DataFrame distribuído: parece tabela única, mas está fatiado por muitas máquinas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Transformações (filter, groupBy, join) são LAZY — só montam o plano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Ações (show, count, collect, write) disparam a execução de fato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Na ação, Spark monta um DAG, otimiza (Catalyst) e distribui pelo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5. O custo escondido: shuffle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preço da escala horizontal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groupBy e join precisam reunir linhas da mesma chave em uma máquina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Essas linhas estão espalhadas → Spark move dados pela rede: o SHUFFLE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Shuffle é a operação mais cara: serialização + tráfego de rede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Otimizar Spark = minimizar shuffle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Mesmo conceito lazy/plano do Polars — só que entre máquinas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Em escala, o ganho não vem de processar mais rápido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vem de processar menos.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Não processe o que você não precisa ler.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6. Qual ferramenta usar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 pergunta certa: qual o tamanho do problema?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Cabe folgado na RAM (poucos GB): pandas — ecossistema e familiaridade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Grande, mas cabe num servidor potente (dezenas–centenas de GB): Polars / DuckDB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Grande demais para qualquer máquina (TB–PB): Spark (distribuído)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Suba a complexidade só quando o TAMANHO exigir — medindo, não por reflexo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Tendência — para onde a área 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Single-node potente, Arrow e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Ascensão de Polars e DuckDB: single-node reabilitou o 'small data' (a maioria dos casos)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Muitos pipelines Spark estão migrando p/ Polars/DuckDB: mais simples, barato, rápido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Arrow virou o padrão de interoperabilidade — ferramentas trocam dados sem conversão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Lakehouse (Delta Lake / Iceberg): garantias de banco sobre arquivos Parquet abertos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'data lake + warehouse' separado dá lugar a uma arquitetura única e aberta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Prática — e4_pratica.ipynb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Gerar 200 mil transações determinísticas (seed=42) e medir a memória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Comparar CSV vs. Parquet: tamanho em disco e tempo de leitura (números reais)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Somar faturamento por categoria EM CHUNKS, sem carregar tudo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Polars lazy: scan_parquet → collect(), com .explain() do plano otimizado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PySpark ilustrativo em try/except: fallback explica transformações vs. 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Síntese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Pensar em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Escala começa quando o dado não cabe na RAM — distinga latência de throughput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Colunar (Parquet/Arrow) vence em analytics: lê menos, comprime mais, pula blocos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Chunking e particionamento processam dados maiores que a memória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Lazy (Polars, Spark) otimiza o plano antes de executar — leia só o necessário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Ferramenta certa = tamanho do problema; Lakehouse unifica lago e armazém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Para o próximo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Encontro 5 — Qualidade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Rode o notebook; aumente N de 200 mil para 1 milhão e observe cada abordagem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Onde o pandas sofre e onde Parquet + Polars brilham?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E5: validação, contratos e testes — garantir que o dado em escala é CONFIÁVEL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 que adianta processar 200 milhões de linhas rápido se uma fração está errada?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KLEPPMANN, Martin. Designing Data-Intensive Applications. O'Reilly, 2017.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REIS, Joe; HOUSLEY, Matt. Fundamentos de Engenharia de Dados. O'Reilly / Alta Books, 2023.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MCKINNEY, Wes. Python para Análise de Dados. 3ª ed. O'Reilly, 2022.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4 · 09/07/2026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73152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AF6"/>
                </a:solidFill>
                <a:latin typeface="Calibri"/>
              </a:rPr>
              <a:t>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7D6EA"/>
                </a:solidFill>
                <a:latin typeface="Calibri"/>
              </a:rPr>
              <a:t>https://www.linkedin.com/in/cassio-pinheiro-9baa7939/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